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6.xml"/><Relationship Id="rId22" Type="http://schemas.openxmlformats.org/officeDocument/2006/relationships/font" Target="fonts/MavenPro-regular.fntdata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aven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.fntdata"/><Relationship Id="rId6" Type="http://schemas.openxmlformats.org/officeDocument/2006/relationships/slide" Target="slides/slide1.xml"/><Relationship Id="rId18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738c8bf3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738c8bf3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738c8bf3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738c8bf3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738c8bf3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738c8bf3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738c8bf3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738c8bf3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738c8bf3b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738c8bf3b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738c8bf3b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738c8bf3b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738c8bf3b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738c8bf3b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738c8bf3b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738c8bf3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738c8bf3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9738c8bf3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738c8bf3b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9738c8bf3b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738c8bf3b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9738c8bf3b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Times New Roman"/>
                <a:ea typeface="Times New Roman"/>
                <a:cs typeface="Times New Roman"/>
                <a:sym typeface="Times New Roman"/>
              </a:rPr>
              <a:t>Technology in Biology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SyedUbaid Imran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925" y="3090900"/>
            <a:ext cx="3649075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056750" y="15228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is the study of Biology?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</a:t>
            </a:r>
            <a:r>
              <a:rPr lang="en" sz="2400"/>
              <a:t> makes up biotechnology?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How does it impact </a:t>
            </a:r>
            <a:r>
              <a:rPr lang="en" sz="2400"/>
              <a:t>our lives</a:t>
            </a:r>
            <a:r>
              <a:rPr lang="en" sz="2400"/>
              <a:t>?</a:t>
            </a:r>
            <a:endParaRPr sz="2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Technology helps us improve our lives and allows us to progress in life.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Technology is an important component in biology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872475" y="1990050"/>
            <a:ext cx="32682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Technology helps us speed up research in this study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improves accuracy while implementing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Lastly, it </a:t>
            </a:r>
            <a:r>
              <a:rPr lang="en"/>
              <a:t>helps</a:t>
            </a:r>
            <a:r>
              <a:rPr lang="en"/>
              <a:t> us </a:t>
            </a:r>
            <a:r>
              <a:rPr lang="en"/>
              <a:t>solace</a:t>
            </a:r>
            <a:r>
              <a:rPr lang="en"/>
              <a:t> real world </a:t>
            </a:r>
            <a:r>
              <a:rPr lang="en"/>
              <a:t>problems, some examples are disease treatment, food production, and environmental protection. </a:t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675" y="1692713"/>
            <a:ext cx="4698525" cy="313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</a:t>
            </a:r>
            <a:r>
              <a:rPr lang="en"/>
              <a:t> </a:t>
            </a:r>
            <a:r>
              <a:rPr lang="en"/>
              <a:t>intelligence</a:t>
            </a:r>
            <a:r>
              <a:rPr lang="en"/>
              <a:t> in Biology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620875" y="1597875"/>
            <a:ext cx="3714000" cy="3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exactly is AI?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 are computers that can learn and make decisions similar to humans</a:t>
            </a:r>
            <a:endParaRPr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How is AI used in biology?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is used to analyze large amounts of biological dara and can predict protein </a:t>
            </a:r>
            <a:r>
              <a:rPr lang="en"/>
              <a:t>structure. It can detect disease from medical images. FOr and example it helps doctors find cancer early, and can discover new medicines faster.</a:t>
            </a:r>
            <a:endParaRPr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Why is it important?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saves time for the researchers, improving accuracy and it can solve complex biological problems. </a:t>
            </a:r>
            <a:endParaRPr/>
          </a:p>
        </p:txBody>
      </p:sp>
      <p:pic>
        <p:nvPicPr>
          <p:cNvPr id="299" name="Google Shape;2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875" y="1732325"/>
            <a:ext cx="4656725" cy="2607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DNA Technology 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584925" y="1597875"/>
            <a:ext cx="3785700" cy="28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</a:t>
            </a:r>
            <a:r>
              <a:rPr lang="en"/>
              <a:t>fundamental</a:t>
            </a:r>
            <a:r>
              <a:rPr lang="en"/>
              <a:t> </a:t>
            </a:r>
            <a:r>
              <a:rPr lang="en"/>
              <a:t>component</a:t>
            </a:r>
            <a:r>
              <a:rPr lang="en"/>
              <a:t> of DNA </a:t>
            </a:r>
            <a:r>
              <a:rPr lang="en"/>
              <a:t>technology</a:t>
            </a:r>
            <a:r>
              <a:rPr lang="en"/>
              <a:t> is DNA sequencing. What is DNA sequencing? Def. DNA sequencing is the laboratory process of determining the precise order of the four chemical building blocks—nucleotides (Adenine, Thymine, Cytosine, Guanine)—that make up a DNA molecule.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Another </a:t>
            </a:r>
            <a:r>
              <a:rPr lang="en"/>
              <a:t>component</a:t>
            </a:r>
            <a:r>
              <a:rPr lang="en"/>
              <a:t> is PCR also known as </a:t>
            </a:r>
            <a:r>
              <a:rPr lang="en"/>
              <a:t>Polymerase</a:t>
            </a:r>
            <a:r>
              <a:rPr lang="en"/>
              <a:t> Chain Reaction. It is used for </a:t>
            </a:r>
            <a:r>
              <a:rPr lang="en"/>
              <a:t>identifying disease,forensics, and genetic research</a:t>
            </a:r>
            <a:endParaRPr/>
          </a:p>
        </p:txBody>
      </p:sp>
      <p:pic>
        <p:nvPicPr>
          <p:cNvPr id="306" name="Google Shape;3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8125" y="1866463"/>
            <a:ext cx="3531900" cy="235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Engineering</a:t>
            </a:r>
            <a:endParaRPr/>
          </a:p>
        </p:txBody>
      </p:sp>
      <p:sp>
        <p:nvSpPr>
          <p:cNvPr id="312" name="Google Shape;312;p18"/>
          <p:cNvSpPr txBox="1"/>
          <p:nvPr>
            <p:ph idx="1" type="body"/>
          </p:nvPr>
        </p:nvSpPr>
        <p:spPr>
          <a:xfrm>
            <a:off x="524775" y="1597875"/>
            <a:ext cx="44391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Genetic engineering is </a:t>
            </a:r>
            <a:r>
              <a:rPr lang="en"/>
              <a:t>modifying</a:t>
            </a:r>
            <a:r>
              <a:rPr lang="en"/>
              <a:t> DNA in an organism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Some examples of this process are GMO also known as genetically modified crops and insulin production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Genetic engineering controversy is a real concern in the industry. Many have </a:t>
            </a:r>
            <a:r>
              <a:rPr lang="en"/>
              <a:t>concerns</a:t>
            </a:r>
            <a:r>
              <a:rPr lang="en"/>
              <a:t> of the safety of mutations with in the products. </a:t>
            </a:r>
            <a:r>
              <a:rPr lang="en"/>
              <a:t>Another</a:t>
            </a:r>
            <a:r>
              <a:rPr lang="en"/>
              <a:t> concern some have is the adea of “playing God” as there are concerns of </a:t>
            </a:r>
            <a:r>
              <a:rPr lang="en"/>
              <a:t>catering</a:t>
            </a:r>
            <a:r>
              <a:rPr lang="en"/>
              <a:t> human germlines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4400" y="1750275"/>
            <a:ext cx="3902525" cy="219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CRISPR Gene Editing </a:t>
            </a:r>
            <a:endParaRPr/>
          </a:p>
        </p:txBody>
      </p:sp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405200" y="1597875"/>
            <a:ext cx="40194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tool is such a powerful tool for gene editing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allows </a:t>
            </a:r>
            <a:r>
              <a:rPr lang="en"/>
              <a:t>scientist</a:t>
            </a:r>
            <a:r>
              <a:rPr lang="en"/>
              <a:t> to cut and edit through DNA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Through this “cut and edit” researcher could treat genetic disease and search through the DNA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</a:t>
            </a:r>
            <a:r>
              <a:rPr lang="en"/>
              <a:t>also</a:t>
            </a:r>
            <a:r>
              <a:rPr lang="en"/>
              <a:t> has other features of </a:t>
            </a:r>
            <a:r>
              <a:rPr lang="en"/>
              <a:t>targeting, binding, and repairing, these features is such a revolutionary technology. </a:t>
            </a:r>
            <a:endParaRPr/>
          </a:p>
        </p:txBody>
      </p:sp>
      <p:pic>
        <p:nvPicPr>
          <p:cNvPr id="320" name="Google Shape;3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925" y="1426775"/>
            <a:ext cx="3244275" cy="30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Medical Technology </a:t>
            </a:r>
            <a:endParaRPr/>
          </a:p>
        </p:txBody>
      </p:sp>
      <p:sp>
        <p:nvSpPr>
          <p:cNvPr id="326" name="Google Shape;326;p20"/>
          <p:cNvSpPr txBox="1"/>
          <p:nvPr>
            <p:ph idx="1" type="body"/>
          </p:nvPr>
        </p:nvSpPr>
        <p:spPr>
          <a:xfrm>
            <a:off x="513025" y="1738450"/>
            <a:ext cx="38037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Medical technology also known as technology in healthcare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Some examples of this </a:t>
            </a:r>
            <a:r>
              <a:rPr lang="en"/>
              <a:t>technology</a:t>
            </a:r>
            <a:r>
              <a:rPr lang="en"/>
              <a:t> are MRI,CT scans and lastly </a:t>
            </a:r>
            <a:r>
              <a:rPr lang="en"/>
              <a:t>robotic</a:t>
            </a:r>
            <a:r>
              <a:rPr lang="en"/>
              <a:t> surgery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Through this technology researchers could early dianos and develop better </a:t>
            </a:r>
            <a:r>
              <a:rPr lang="en"/>
              <a:t>treatments</a:t>
            </a:r>
            <a:endParaRPr/>
          </a:p>
        </p:txBody>
      </p:sp>
      <p:pic>
        <p:nvPicPr>
          <p:cNvPr id="327" name="Google Shape;3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725" y="1737300"/>
            <a:ext cx="4522476" cy="2543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Biotechnology in Agriculture </a:t>
            </a:r>
            <a:endParaRPr/>
          </a:p>
        </p:txBody>
      </p:sp>
      <p:sp>
        <p:nvSpPr>
          <p:cNvPr id="333" name="Google Shape;333;p21"/>
          <p:cNvSpPr txBox="1"/>
          <p:nvPr>
            <p:ph idx="1" type="body"/>
          </p:nvPr>
        </p:nvSpPr>
        <p:spPr>
          <a:xfrm>
            <a:off x="333325" y="1597875"/>
            <a:ext cx="4378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Biotechnology</a:t>
            </a:r>
            <a:r>
              <a:rPr lang="en"/>
              <a:t> in </a:t>
            </a:r>
            <a:r>
              <a:rPr lang="en"/>
              <a:t>agriculture</a:t>
            </a:r>
            <a:r>
              <a:rPr lang="en"/>
              <a:t> helps genetically modify crops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helps </a:t>
            </a:r>
            <a:r>
              <a:rPr lang="en"/>
              <a:t>develop</a:t>
            </a:r>
            <a:r>
              <a:rPr lang="en"/>
              <a:t> Pest-</a:t>
            </a:r>
            <a:r>
              <a:rPr lang="en"/>
              <a:t>resistant</a:t>
            </a:r>
            <a:r>
              <a:rPr lang="en"/>
              <a:t> crops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Increase food </a:t>
            </a:r>
            <a:r>
              <a:rPr lang="en"/>
              <a:t>production</a:t>
            </a:r>
            <a:r>
              <a:rPr lang="en"/>
              <a:t> with the help of this technology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 example is drought resistant crops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7275" y="1597875"/>
            <a:ext cx="4127075" cy="2967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</a:t>
            </a:r>
            <a:r>
              <a:rPr lang="en"/>
              <a:t> Technology </a:t>
            </a:r>
            <a:endParaRPr/>
          </a:p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560725" y="1597875"/>
            <a:ext cx="45648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What exactly is </a:t>
            </a:r>
            <a:r>
              <a:rPr lang="en"/>
              <a:t>environmental</a:t>
            </a:r>
            <a:r>
              <a:rPr lang="en"/>
              <a:t> technology? It is( innovative tools, methods, and systems designed to monitor, model, and conserve the natural environment while curbing the negative impacts of human activity) def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Some examples are </a:t>
            </a:r>
            <a:r>
              <a:rPr lang="en"/>
              <a:t>bioremediation</a:t>
            </a:r>
            <a:r>
              <a:rPr lang="en"/>
              <a:t>, </a:t>
            </a:r>
            <a:r>
              <a:rPr lang="en"/>
              <a:t>through</a:t>
            </a:r>
            <a:r>
              <a:rPr lang="en"/>
              <a:t> this process, organisms to clean pollution, conservation tech, and renewable biofuels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1" name="Google Shape;3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2400" y="1734738"/>
            <a:ext cx="4048425" cy="265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Issue </a:t>
            </a:r>
            <a:endParaRPr/>
          </a:p>
        </p:txBody>
      </p:sp>
      <p:sp>
        <p:nvSpPr>
          <p:cNvPr id="347" name="Google Shape;347;p23"/>
          <p:cNvSpPr txBox="1"/>
          <p:nvPr>
            <p:ph idx="1" type="body"/>
          </p:nvPr>
        </p:nvSpPr>
        <p:spPr>
          <a:xfrm>
            <a:off x="336900" y="1792375"/>
            <a:ext cx="42351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Is genetic modifications safe?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I </a:t>
            </a:r>
            <a:r>
              <a:rPr lang="en"/>
              <a:t>mentioned</a:t>
            </a:r>
            <a:r>
              <a:rPr lang="en"/>
              <a:t> earlier many have concerns if it safe for us and if this action is considered “playing God”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is </a:t>
            </a:r>
            <a:r>
              <a:rPr lang="en"/>
              <a:t>seen</a:t>
            </a:r>
            <a:r>
              <a:rPr lang="en"/>
              <a:t> that GMO foods </a:t>
            </a:r>
            <a:r>
              <a:rPr lang="en"/>
              <a:t>currently</a:t>
            </a:r>
            <a:r>
              <a:rPr lang="en"/>
              <a:t>  on the market are considered </a:t>
            </a:r>
            <a:r>
              <a:rPr lang="en"/>
              <a:t>safe</a:t>
            </a:r>
            <a:r>
              <a:rPr lang="en"/>
              <a:t> and </a:t>
            </a:r>
            <a:r>
              <a:rPr lang="en"/>
              <a:t>nutritious. There is no evidence of it causing cancer, allergies, or chronic disease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150" y="1595600"/>
            <a:ext cx="2935150" cy="29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354" name="Google Shape;354;p24"/>
          <p:cNvSpPr txBox="1"/>
          <p:nvPr>
            <p:ph idx="1" type="body"/>
          </p:nvPr>
        </p:nvSpPr>
        <p:spPr>
          <a:xfrm>
            <a:off x="908425" y="16783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conclusion </a:t>
            </a:r>
            <a:r>
              <a:rPr lang="en"/>
              <a:t>technology</a:t>
            </a:r>
            <a:r>
              <a:rPr lang="en"/>
              <a:t> is transforming biology for the good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helps improve health,food, and the </a:t>
            </a:r>
            <a:r>
              <a:rPr lang="en"/>
              <a:t>environment as it has potential to be big in the future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seen biotechnology will have a great impact on the earth and it will shape the future</a:t>
            </a:r>
            <a:endParaRPr/>
          </a:p>
        </p:txBody>
      </p:sp>
      <p:pic>
        <p:nvPicPr>
          <p:cNvPr id="355" name="Google Shape;3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550" y="2811250"/>
            <a:ext cx="3756075" cy="19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